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772ff77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772ff77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772ff77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772ff77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7484ecb1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7484ecb1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7484ecb1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7484ecb1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772ff77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772ff77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772ff772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772ff772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b7484ecb1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b7484ecb1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772ff772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772ff772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772ff772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b772ff772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772ff772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772ff772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772ff772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772ff772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b772ff772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b772ff772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772ff772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772ff772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Macro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Stages, Objectives, and Transitions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9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50"/>
              <a:t>Purpose</a:t>
            </a:r>
            <a:r>
              <a:rPr lang="en"/>
              <a:t>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38025"/>
            <a:ext cx="8520600" cy="31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Get everyone to equal footing on macro concepts</a:t>
            </a:r>
            <a:endParaRPr sz="27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One person explaining causes that </a:t>
            </a:r>
            <a:r>
              <a:rPr lang="en" sz="2200"/>
              <a:t>person</a:t>
            </a:r>
            <a:r>
              <a:rPr lang="en" sz="2200"/>
              <a:t> to lose focus</a:t>
            </a:r>
            <a:endParaRPr sz="2200"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/>
              <a:t>This is also slower, resulting in missed opportunity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My tilt reaction is to stop talking</a:t>
            </a:r>
            <a:endParaRPr sz="2200"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/>
              <a:t>I can generally make a call but I have a harder time explaining rationale or individual steps for that call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Stages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- every game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Mid - every game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“Late” Mid - most games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Late - few games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Super Late - practically 0 games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Game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Start: Game Start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End: 14 minutes / When the first tower falls*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Objectives: 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Farming/Turret Plates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Grubs/Dragons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Macro: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Strong Side vs Weak Side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Where is our jungler versus where is theirs?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Which lanes have prio?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*Falls: If a tower is indefensible, it has effectively fallen. This is a minor difference in most cases but “advanced” (higher than expected for us) macro can use this difference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Game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Start: When early game ends (14 min / first tower falls)</a:t>
            </a:r>
            <a:br>
              <a:rPr lang="en"/>
            </a:br>
            <a:r>
              <a:rPr lang="en"/>
              <a:t>End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all outer turrets have fallen for a team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Baron is a reasonable objective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team could get their 3rd dragon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Roughly </a:t>
            </a:r>
            <a:r>
              <a:rPr lang="en"/>
              <a:t>18 - 23 minute mark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accelerated early games mean earlier mid games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Game Team Objectives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Get all outer towers down while keeping up as many of ours as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Move strong side vision into enemy jungle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Our jungler can keep farming without being passive on our side of the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Our strong side can safely push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We can coordinate dives with the </a:t>
            </a:r>
            <a:r>
              <a:rPr lang="en"/>
              <a:t>information</a:t>
            </a:r>
            <a:r>
              <a:rPr lang="en"/>
              <a:t> gained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Coordinate for 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Vision in the enemies path to the objective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Vision denial at the objective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Flanks - generally more powerful than Front to Back at this stage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Keep weak side safe “enough”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Game Individual Objectives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A well drafted team will generally have 2 members that need gold and the rest should be able to function on 1-2 items and levels.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Top: soak exp, keep towers alive, TP plays for fights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Jungle: coordinate with support to make plays and get vision, finish egg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Mid: EITHER safely farm a long lane OR group for plays OR assassinate squishy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ADC: Farm safely, gain as much gold as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Support: Vision to support goals. Coordinate with top for TP wards and Jungle for vision invades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Game Objectives (Exceptions)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Top or Assassin Mid Exceptions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Carry Top/Assassin Mid: Owns a sidelane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Jungle: EITHER shadowing top OR getting a cross map objective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carry alive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Tank Top/Mage Mid: Catching a lane, assisting in vision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towers alive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ADC: Catching a lane, still farming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late game alive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Support: EITHER shadowing top OR getting a cross map objective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carry alive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“Late” Mid Game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“Late Game”?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Late Game = the ability for a game to end within a single death timer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even game, this is generally not possible with the First Baron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Really good teams are ending off of the first post-Baron fight, going from inner turret to winning… We can’t plan on this being an option.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Baron’s minimum goal should be to clear all inner turrets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Flanking an outer tower is much easier than sieging an inhib tower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Baron’s minimum goal should be 2 inhibs down (“break the base”)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Games will frequently end by/before this point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“Late” Mid Game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Late Mid Game (open to names):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 (18 - 23ish) 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all inner towers are down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an inhib falls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Inhibs before 20 minutes are sometimes an exception…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1st Baron take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3rd dragon taken for a single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 (25 - 30 ish) 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a single death timer duration is enough for one team to end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Dragon soul claimed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2nd Baron take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multiple inhibs fall at once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“Late” Mid Game Objectives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Pull apart enemy teams. They should have to think like: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have to either answer this laner pushing or give up dragon soul.”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have to face check to get vision for this objective”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have to overextend to farm these minions.”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have to take a dangerous route to get to that tower in time.”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have to fight now or I’m losing towers to minions.”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Stay safe, stay coordinated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Safe members farm dangerous lanes OR no one does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Members that must farm (carry) are escorted/shadowed/warded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Jungle is not a guaranteed resource, what towers are up, what lanes are they pushing, where is our vision?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“Late” </a:t>
            </a:r>
            <a:r>
              <a:rPr lang="en"/>
              <a:t>Mid Game Individual Objectives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Reminder: </a:t>
            </a:r>
            <a:r>
              <a:rPr lang="en" u="sng"/>
              <a:t>A well drafted team will generally have 2 members that need gold and the rest should be able to function on 1-2 items and levels.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Top: keep inhibs alive, split push + TP plays for fights, group when TP 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Jungle: shadow as necessary, buddy system for vision, less farming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Mid: safe champs can split push, otherwise group and farm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ADC: group and farm - either mid or opposite of the split-pusher, stay safe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Support: shadow as necessary, buddy system for vision, TP wards and flanking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“Late” Mid Game Individual Exceptions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Carry: always threatening to end the game when another objective is 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Assassin: hovering between enemy targets. Enemy wants to go from mid to bot? Assassins are in that jungle. Enemy wants to go from base to baron? Same.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Safe carry: This could be any role that has sufficient escapes.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Note: Our champ </a:t>
            </a:r>
            <a:r>
              <a:rPr lang="en" sz="1400"/>
              <a:t>select is not enough to determine what is a safe carry.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Our champs + available summs + their champs + vision = safe carry.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Ex: Kassadin + no flash/ghost + Nocturne + close vision =/= safe carry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Tank: Anything that can survive walking into a bush without vision. If we </a:t>
            </a:r>
            <a:r>
              <a:rPr i="1" lang="en"/>
              <a:t>need</a:t>
            </a:r>
            <a:r>
              <a:rPr lang="en"/>
              <a:t> vision in an area and can’t get it from far away, the tank must be there.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 Game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this point, the game can end from: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single teamfight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single carry getting picked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dedicated split pusher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backdoor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minion wave</a:t>
            </a:r>
            <a:r>
              <a:rPr lang="en"/>
              <a:t> while an objective is being fought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the “Late” Mid Game with more stress and less room for mistakes.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Super Late is this plus ADC/Mid stop farming at full build. Item rotations start, buy GA and sell it if it’s on CD, etc. Supports, especially mage supports, are carries.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